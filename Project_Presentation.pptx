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Presentation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[Project Title Placeholder]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[Team Name Placeholder]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3432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Team Members: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[Member 1 Placeholder]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[Member 2 Placeholder]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Abhinav Bangar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Background &amp;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Manual Data Entry is Inefficient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Recruiters and HR teams currently spend hours manually copying candidate details (names, locations, experiences) from LinkedIn into their CRM systems.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Platform Restrictions &amp; Obfuscation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LinkedIn actively discourages scraping by utilizing heavily obfuscated DOM structures (randomized class names) and strict rate limits, making traditional web scrapers obsolete.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The Need for an Integrated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There is a pressing need for a tool that lives inside the browser to extract data dynamically while respecting platform limits, paired with a central database to manage that data.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Solution &amp;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Two-Part Architecture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Our solution bridges the gap between the browser and a central candidate database.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 Chrome Extension (Frontend Data Extractor)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Injects directly into LinkedIn pages to read the active DOM, bypassing traditional network blocks. It securely packages data and sends it to our custom API.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 Express/Node.js API (Backend Server)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 RESTful API that receives the extracted candidate JSON data, normalizes it, and securely stores it in our database for future management and viewing.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Progress: Frontend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Structural DOM Parsing Algorithms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We successfully engineered a scraper that ignores randomized class names. Instead, it uses structural landmarks (like profile anchor tags) to extract correct data reliably.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Auto-Pagination System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Implemented an automated script that clicks through search result pages, waits for dynamic content to load, and extracts candidates in bulk.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Popup Interface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Developed a clean extension popup that gives users real-time feedback on extraction progress and allows one-click bulk saving to the database.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Progress: Backend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REST API Infrastructure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Built standard endpoints (GET, POST, DELETE) using Express.js to handle incoming candidate data securely with API Key authentication.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Data Normalization &amp; Storage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Created logic to merge new extractions with existing database records to prevent duplicates and ensure data integrity.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Web Dashboard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Designed a responsive frontend dashboard connected to the API where users can view saved candidates in a table format and manage their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 &amp; Future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API-Based Data Enrichment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Transitioning to a backend-driven model. Instead of relying purely on Chrome extraction (which risks bans at scale), the system will use third-party APIs (like Proxycurl) to fetch perfect data via URLs.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Cloud Database Migration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Moving the local JSON database to a scalable cloud solution such as MongoDB or PostgreSQL.
</a:t>
            </a:r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Production Deployment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Deploying the Node.js backend to a production environment (Vercel/AWS) so the extension can be distributed to end-users.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2026-06-15T17:48:59Z</dcterms:created>
  <dcterms:modified xsi:type="dcterms:W3CDTF">2026-06-15T17:48:59Z</dcterms:modified>
</cp:coreProperties>
</file>