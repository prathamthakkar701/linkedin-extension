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SyncUp</a:t>
            </a: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54305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3366"/>
                </a:solidFill>
              </a:rPr>
              <a:t>[Project Name]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57175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33333"/>
                </a:solidFill>
              </a:rPr>
              <a:t>[Team Name]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343275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Team Members: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[Member 1]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[Member 2]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Abhinav Bangar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Project Overview &amp; Final Goal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</a:rPr>
              <a:t>The Problem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Recruiters spend too much time manually copying and organizing candidate data from LinkedIn.
</a:t>
            </a:r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</a:rPr>
              <a:t>Our Solution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 seamless sourcing platform (Chrome Extension + Dashboard API) bridging the gap between LinkedIn and CRM databases.
</a:t>
            </a:r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</a:rPr>
              <a:t>Final Goal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To fully automate the candidate pipeline by allowing users to instantly extract, enrich (via Proxycurl), and manage profiles with zero manual data entry.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Our Progress So Far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</a:rPr>
              <a:t>Chrome Extension Extraction Engine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Developed a robust extension capable of extracting single profiles and auto-paginating search results.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</a:rPr>
              <a:t>Anti-Obfuscation DOM Parsing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Engineered structural algorithms to bypass LinkedIn's aggressive UI randomization.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</a:rPr>
              <a:t>Backend API &amp; Database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Built a Node.js REST API connected to a structured local JSON database.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</a:rPr>
              <a:t>Sourcing Dashboard UI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Implemented a web dashboard for data table viewing and candidate management.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Next Steps &amp; Future Work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</a:rPr>
              <a:t>API-Based Data Enrichment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Transitioning to a backend-driven model using Proxycurl to intelligently fetch perfect data via URLs without risking account bans.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</a:rPr>
              <a:t>Enhanced User Experience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Refining the bulk-save workflows and polishing the UI/UX.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</a:rPr>
              <a:t>Production Deployment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Migrating to a robust cloud database (MongoDB/PostgreSQL) and deploying the Express backend to a production environment.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2026-06-15T17:20:43Z</dcterms:created>
  <dcterms:modified xsi:type="dcterms:W3CDTF">2026-06-15T17:20:43Z</dcterms:modified>
</cp:coreProperties>
</file>